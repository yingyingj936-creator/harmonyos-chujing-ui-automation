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1e89dd9a93480d" /><Relationship Type="http://schemas.openxmlformats.org/officeDocument/2006/relationships/extended-properties" Target="/docProps/app.xml" Id="R9c2b697baba840c5" /><Relationship Type="http://schemas.openxmlformats.org/officeDocument/2006/relationships/officeDocument" Target="/ppt/presentation.xml" Id="Re2eb6dc23e3046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cf2121385a4ab6"/>
  </p:sldMasterIdLst>
  <p:notesMasterIdLst>
    <p:notesMasterId xmlns:r="http://schemas.openxmlformats.org/officeDocument/2006/relationships" r:id="R0acc5d4567f94884"/>
  </p:notesMasterIdLst>
  <p:sldIdLst>
    <p:sldId xmlns:r="http://schemas.openxmlformats.org/officeDocument/2006/relationships" id="256" r:id="R3ff1b35fe2f84726"/>
    <p:sldId xmlns:r="http://schemas.openxmlformats.org/officeDocument/2006/relationships" id="257" r:id="R6a6bfc4f979446f1"/>
    <p:sldId xmlns:r="http://schemas.openxmlformats.org/officeDocument/2006/relationships" id="258" r:id="Raabb28e0647d473f"/>
    <p:sldId xmlns:r="http://schemas.openxmlformats.org/officeDocument/2006/relationships" id="259" r:id="R91877ee1edb9482e"/>
    <p:sldId xmlns:r="http://schemas.openxmlformats.org/officeDocument/2006/relationships" id="260" r:id="R4d6138d87ffa4433"/>
    <p:sldId xmlns:r="http://schemas.openxmlformats.org/officeDocument/2006/relationships" id="261" r:id="R0d323c4b78aa4a69"/>
    <p:sldId xmlns:r="http://schemas.openxmlformats.org/officeDocument/2006/relationships" id="262" r:id="R85b577a4b27e4b7d"/>
    <p:sldId xmlns:r="http://schemas.openxmlformats.org/officeDocument/2006/relationships" id="263" r:id="R2ba7d86ac5e9442e"/>
    <p:sldId xmlns:r="http://schemas.openxmlformats.org/officeDocument/2006/relationships" id="264" r:id="Rbed450277a4d4923"/>
    <p:sldId xmlns:r="http://schemas.openxmlformats.org/officeDocument/2006/relationships" id="265" r:id="R4f1232545d4c40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5178a671734e00" /><Relationship Type="http://schemas.openxmlformats.org/officeDocument/2006/relationships/slideMaster" Target="/ppt/slideMasters/slideMaster1.xml" Id="R99cf2121385a4ab6" /><Relationship Type="http://schemas.openxmlformats.org/officeDocument/2006/relationships/notesMaster" Target="/ppt/notesMasters/notesMaster1.xml" Id="R0acc5d4567f94884" /><Relationship Type="http://schemas.openxmlformats.org/officeDocument/2006/relationships/presProps" Target="/ppt/presProps.xml" Id="R7c6e6efeaecb488b" /><Relationship Type="http://schemas.openxmlformats.org/officeDocument/2006/relationships/tableStyles" Target="/ppt/tableStyles.xml" Id="R06096702437e4b31" /><Relationship Type="http://schemas.openxmlformats.org/officeDocument/2006/relationships/slide" Target="/ppt/slides/slide1.xml" Id="R3ff1b35fe2f84726" /><Relationship Type="http://schemas.openxmlformats.org/officeDocument/2006/relationships/slide" Target="/ppt/slides/slide2.xml" Id="R6a6bfc4f979446f1" /><Relationship Type="http://schemas.openxmlformats.org/officeDocument/2006/relationships/slide" Target="/ppt/slides/slide3.xml" Id="Raabb28e0647d473f" /><Relationship Type="http://schemas.openxmlformats.org/officeDocument/2006/relationships/slide" Target="/ppt/slides/slide4.xml" Id="R91877ee1edb9482e" /><Relationship Type="http://schemas.openxmlformats.org/officeDocument/2006/relationships/slide" Target="/ppt/slides/slide5.xml" Id="R4d6138d87ffa4433" /><Relationship Type="http://schemas.openxmlformats.org/officeDocument/2006/relationships/slide" Target="/ppt/slides/slide6.xml" Id="R0d323c4b78aa4a69" /><Relationship Type="http://schemas.openxmlformats.org/officeDocument/2006/relationships/slide" Target="/ppt/slides/slide7.xml" Id="R85b577a4b27e4b7d" /><Relationship Type="http://schemas.openxmlformats.org/officeDocument/2006/relationships/slide" Target="/ppt/slides/slide8.xml" Id="R2ba7d86ac5e9442e" /><Relationship Type="http://schemas.openxmlformats.org/officeDocument/2006/relationships/slide" Target="/ppt/slides/slide9.xml" Id="Rbed450277a4d4923" /><Relationship Type="http://schemas.openxmlformats.org/officeDocument/2006/relationships/slide" Target="/ppt/slides/slide10.xml" Id="R4f1232545d4c40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f980c9d64c40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823699f0c94ebd" /><Relationship Type="http://schemas.openxmlformats.org/officeDocument/2006/relationships/notesMaster" Target="/ppt/notesMasters/notesMaster1.xml" Id="R3f601083ff0348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3dd586702146c4" /><Relationship Type="http://schemas.openxmlformats.org/officeDocument/2006/relationships/notesMaster" Target="/ppt/notesMasters/notesMaster1.xml" Id="R2410146f30dd40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61e75814ea4142" /><Relationship Type="http://schemas.openxmlformats.org/officeDocument/2006/relationships/notesMaster" Target="/ppt/notesMasters/notesMaster1.xml" Id="R5b203050caf545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91534dea554bdf" /><Relationship Type="http://schemas.openxmlformats.org/officeDocument/2006/relationships/notesMaster" Target="/ppt/notesMasters/notesMaster1.xml" Id="R02df42da899e4d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7e78bcdca144c6" /><Relationship Type="http://schemas.openxmlformats.org/officeDocument/2006/relationships/notesMaster" Target="/ppt/notesMasters/notesMaster1.xml" Id="R12857396f21840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884d7cfe584ec7" /><Relationship Type="http://schemas.openxmlformats.org/officeDocument/2006/relationships/notesMaster" Target="/ppt/notesMasters/notesMaster1.xml" Id="R175b51264d7945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b5ff5ef7e5409e" /><Relationship Type="http://schemas.openxmlformats.org/officeDocument/2006/relationships/notesMaster" Target="/ppt/notesMasters/notesMaster1.xml" Id="Rf01f1f28ee124e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1ddd530d254980" /><Relationship Type="http://schemas.openxmlformats.org/officeDocument/2006/relationships/notesMaster" Target="/ppt/notesMasters/notesMaster1.xml" Id="Re908384c135f41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bdef5684914839" /><Relationship Type="http://schemas.openxmlformats.org/officeDocument/2006/relationships/notesMaster" Target="/ppt/notesMasters/notesMaster1.xml" Id="R1c1ea0ac629d46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ec942284774985" /><Relationship Type="http://schemas.openxmlformats.org/officeDocument/2006/relationships/notesMaster" Target="/ppt/notesMasters/notesMaster1.xml" Id="R2ec9401345d543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基于用户提供的项目背景、当前自动化项目实践和本次汇报目标整理。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汇报逻辑来自本轮对领导关注点的梳理，未使用外部资料。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痛点基于当前出境服务 UI 自动化建设过程中的实际问题归纳。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应用方式来自当前项目的需求拆解、代码生成、日志分析和优化实践。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量化数字来自用户提供的当前项目情况：约69条用例、全量执行约50分钟、覆盖核心模块并具备Allure报告和Jenkinsfile。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对比项基于当前项目中 AI 辅助测试设计、开发、排查、报告和文档沉淀的实际使用方式。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质量价值和真实问题示例来自当前项目测试过程中对点赞状态异常、页面等待和状态同步问题的讨论。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本页为项目方法论总结，基于当前自动化项目中 AI 和测试人员分工的实际实践。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复用能力来自当前项目已有的页面对象、公共方法、Allure报告、运行文档和Jenkinsfile基础配置。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后续规划基于当前自动化项目已有成果和仍需优化的问题归纳。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31231515e4e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5f0fa2e1474221" /><Relationship Type="http://schemas.openxmlformats.org/officeDocument/2006/relationships/slideLayout" Target="/ppt/slideLayouts/slideLayout1.xml" Id="R64937e67f18043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937e67f18043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598279fc240d9" /><Relationship Type="http://schemas.openxmlformats.org/officeDocument/2006/relationships/notesSlide" Target="/ppt/notesSlides/notesSlide1.xml" Id="R3c34bc317b804e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1ad6484e74028" /><Relationship Type="http://schemas.openxmlformats.org/officeDocument/2006/relationships/notesSlide" Target="/ppt/notesSlides/notesSlide2.xml" Id="Rfd1ae353d29b46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c3388716d4dc6" /><Relationship Type="http://schemas.openxmlformats.org/officeDocument/2006/relationships/notesSlide" Target="/ppt/notesSlides/notesSlide3.xml" Id="R88c75a6801dc40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30409b6c74431" /><Relationship Type="http://schemas.openxmlformats.org/officeDocument/2006/relationships/notesSlide" Target="/ppt/notesSlides/notesSlide4.xml" Id="R11457ce82ad6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945618bbe4603" /><Relationship Type="http://schemas.openxmlformats.org/officeDocument/2006/relationships/notesSlide" Target="/ppt/notesSlides/notesSlide5.xml" Id="R3fcacc72cba548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b2bc3d6024206" /><Relationship Type="http://schemas.openxmlformats.org/officeDocument/2006/relationships/notesSlide" Target="/ppt/notesSlides/notesSlide6.xml" Id="R46b33e748b8041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1592d6a254626" /><Relationship Type="http://schemas.openxmlformats.org/officeDocument/2006/relationships/notesSlide" Target="/ppt/notesSlides/notesSlide7.xml" Id="Rb387f30a62ae4c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858d2e4ae4237" /><Relationship Type="http://schemas.openxmlformats.org/officeDocument/2006/relationships/notesSlide" Target="/ppt/notesSlides/notesSlide8.xml" Id="R3b38f198f9a64a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b77caf7934820" /><Relationship Type="http://schemas.openxmlformats.org/officeDocument/2006/relationships/notesSlide" Target="/ppt/notesSlides/notesSlide9.xml" Id="R00d5b50884da4c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b7b1fb1234782" /><Relationship Type="http://schemas.openxmlformats.org/officeDocument/2006/relationships/notesSlide" Target="/ppt/notesSlides/notesSlide10.xml" Id="Ra9524f26b6c240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F5074-DEAB-4752-8A25-C94C2033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季度工作汇报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91109-9244-46AD-9799-F92258B5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辅助测试工程落地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D2C4D-F7DF-4552-8A60-7A644A44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出境服务 UI 自动化项目：从 0 到 1 建设可执行、可追踪、可复用的测试资产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DD31E-3963-4A8C-A2FD-DF057D1F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5D458-937B-417A-864E-1D765C7B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关键词：效率提升 / 质量保障 / 真实落地 / 团队复用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D7A51-49D1-491D-ADAE-6E6BECD8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初级功能测试工程师在日常测试之外独立建设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8CA38-7A79-43D5-BC27-2622A5F6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1849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A66E3-1DEB-41A2-BB84-31C75158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领导真正关心的不是 AI 本身，而是结果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B481D-14A2-4C29-A1E2-C8CE5097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427D9-92C8-4265-8763-1EC464B8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97A7F-6C08-4D5E-A0FB-3D6DBA3B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AI 只有转化成效率、质量和资产，才有汇报价值。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9AFBA-7CF0-4632-AEB9-C918C24B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5334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A092E-CA8E-4AC6-BC2B-DAF213F5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3D110-DC3C-4929-8F9A-BCF584E6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051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有没有节省人力和时间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8D41D-015D-4EF0-BA0A-8D753E6A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原来需要人工重复回归的链路，是否能批量自动执行。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3801B-D975-4EC3-845F-1F74D10B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334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B5A44-C5E9-4119-87E8-91637B27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E7188-6B63-4E7F-9CC0-E675936C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有没有提升质量保障能力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B2CB1-1B2A-4904-A4B1-197F7727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是否能更早发现页面加载、跳转、数据刷新和状态同步问题。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8E285-6560-470B-9EDD-2F240048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334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9232C-B053-43D6-9886-C7AC2C89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92817-EC40-423B-BC4F-88BDBBA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有没有真实落地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327EF-2C06-4E01-A276-D1B4BC2F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4350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能运行、有报告、可维护，不是一次性Demo。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62365-33EF-4695-B515-7FF61F1D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5334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FE66F-967B-4327-884A-F3B4F16B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EF2E8-9954-4645-9F3A-4BB29158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58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有没有团队推广价值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5470D-8620-4FCF-B023-641D874F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别人是否可以部署、运行、补充用例，并持续复用。</a:t>
            </a:r>
          </a:p>
        </p:txBody>
      </p:sp>
    </p:spTree>
    <p:extLst>
      <p:ext uri="{BB962C8B-B14F-4D97-AF65-F5344CB8AC3E}">
        <p14:creationId xmlns:p14="http://schemas.microsoft.com/office/powerpoint/2010/main" val="10481736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BDC07-90AE-402D-B7DE-7B4CD4CC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项目起点是解决真实回归痛点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385D6-8215-48FB-921B-4758DB2F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不是为了展示 AI，而是为了降低重复测试成本和版本风险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5070D-0234-4A5D-83D4-58752279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D460B-124E-44DA-89F7-39335F09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D3BBC-5764-4D47-A29A-DA908F68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480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4353E-2A9B-4C50-9BB1-6D0C482B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手工回归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06725-6DBB-4D0F-979D-68F77A4B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705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链路重复执行</a:t>
            </a:r>
          </a:p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长流程容易漏点</a:t>
            </a:r>
          </a:p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每次版本都要重新操作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E811B-6CE4-41A7-815B-2199432C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00250"/>
            <a:ext cx="34480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1EA74-6420-4539-8B36-4CB61E87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HarmonyOS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659E2-C35E-4126-AC42-06E38339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9900"/>
            <a:ext cx="2705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页面结构复杂</a:t>
            </a:r>
          </a:p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设备差异影响定位</a:t>
            </a:r>
          </a:p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等待和返回路径容易不稳定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BE5FB-C4BF-4F2D-99FA-16CC32D2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34480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F5A6F-E8CB-43B0-94A2-F0074367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43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结果追溯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5B439-AC9A-4823-89CE-82230C69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2705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失败现场不清晰</a:t>
            </a:r>
          </a:p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截图依赖人工</a:t>
            </a:r>
          </a:p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日志排查成本高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ABD5B-F33F-4771-A682-5FBAD239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结论：需要一套能批量执行、自动留痕、持续维护的 UI 自动化能力。</a:t>
            </a:r>
          </a:p>
        </p:txBody>
      </p:sp>
    </p:spTree>
    <p:extLst>
      <p:ext uri="{BB962C8B-B14F-4D97-AF65-F5344CB8AC3E}">
        <p14:creationId xmlns:p14="http://schemas.microsoft.com/office/powerpoint/2010/main" val="1042494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A4D96E-6358-40BB-BBE1-09B4B55E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参与的是测试全流程，而不是只写代码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550DF-7F5C-4D45-8F36-B2CF3BBD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DFFC1-B001-437D-A3FF-B6886710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B926F-98C3-416B-911E-974825AB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我负责业务判断和落地取舍，AI 负责提升拆解、实现、排查和优化效率。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02707-829F-4669-B9D0-EDEB9A8F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C2257-81A1-4378-9A84-EF635797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2057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02A98-0B54-4E0D-88AC-5F34D00E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需求拆解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E38CD-2FF9-4C5A-A7BA-263B9FAC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22288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将业务描述转成前置条件、步骤、预期和自动化断言点。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5C35B-C228-45D7-A0B0-24B52DA3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47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4E222-6381-46E3-B931-2FC187BC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09875"/>
            <a:ext cx="2057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4B60B-0074-4F88-BFDF-38452580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代码实现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CDD24-7F06-4E94-8C0C-D85A3D4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76650"/>
            <a:ext cx="22288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按项目风格生成 pytest 用例、页面对象和公共方法。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D831E-18A6-4474-B8B2-17A10828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250C7-EBC7-4FF9-AA2E-0C5DCE4C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2057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5F944-E91E-402D-A9F0-ED225C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失败排查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94F85-B792-4736-8489-8B36F8C1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76650"/>
            <a:ext cx="22288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根据日志判断页面未加载、定位不稳、状态污染或业务缺陷。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D490-DE00-4D4F-96C4-B1D8C390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F6A05-D0BE-4F25-A4AB-CF0F4D20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9875"/>
            <a:ext cx="2057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2C4BF-232E-467B-9CA9-CAEBC250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维护优化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E4971-8DE8-4A64-A27B-4EA24781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76650"/>
            <a:ext cx="22288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识别重复 UI 查询、固定等待、冗余截图和不稳定 XPath。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99E3E-E3E6-4255-8DB8-E08770AC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关键变化：从“人工经验一次性执行”，变成“经验沉淀为可重复运行的代码资产”。</a:t>
            </a:r>
          </a:p>
        </p:txBody>
      </p:sp>
    </p:spTree>
    <p:extLst>
      <p:ext uri="{BB962C8B-B14F-4D97-AF65-F5344CB8AC3E}">
        <p14:creationId xmlns:p14="http://schemas.microsoft.com/office/powerpoint/2010/main" val="1757861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2DFD9-45D6-4B96-AD63-C6BBADAE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已经形成可运行的自动化测试资产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24A8B-5BF8-44AD-B281-42BA63BB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5A234-F325-4976-814B-42338C1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89464-C23B-4AA1-A528-4F12CC9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571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66A41-697F-4DF6-8B50-A66919CE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约 69 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6DE47-A456-4856-87D7-027F1E1F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已沉淀 UI 自动化用例，覆盖核心回归链路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B2DB7-503A-49CE-A656-7CCF5AA1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2571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60DED-9BD2-4D36-896A-565C2996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1932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约 50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FC53A-D3D9-4191-AE37-14E21F74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241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当前全量自动化执行耗时，替代大量重复手工操作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8242D-A883-488F-8407-139E295D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2571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33B31-E16E-4212-954E-F1EE6B63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932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6+ 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72EFC-1C9F-4B54-A52E-DBF12564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241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首页、搜索、路线、行程、附近、我的等核心模块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36076-CFB1-4CF7-9695-61432E0A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52625"/>
            <a:ext cx="25050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C6EE3-6DC5-4BB9-AA89-4552DBD3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219325"/>
            <a:ext cx="1971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6DC01-3280-41AC-846A-A0F10C6D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924175"/>
            <a:ext cx="1971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Allure 中文步骤、截图、断言圈选、失败留痕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5E5F9-D4DF-4CE4-B809-B5ED1706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已具备的工程化能力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50D55-0510-460D-93C1-F4650AF6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pytest + Hypium 自动执行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Page Object 页面对象封装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Allure 可视化报告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运行文档与 Jenkinsfile 基础配置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1D340-20BC-4E09-A6A5-B93FD46E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482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这意味着项目不是一次性脚本，而是后续可以扩展和维护的测试基础设施。</a:t>
            </a:r>
          </a:p>
        </p:txBody>
      </p:sp>
    </p:spTree>
    <p:extLst>
      <p:ext uri="{BB962C8B-B14F-4D97-AF65-F5344CB8AC3E}">
        <p14:creationId xmlns:p14="http://schemas.microsoft.com/office/powerpoint/2010/main" val="1132459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99183E-095D-45EA-B3C9-30012ABB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和不用 AI 前相比，提升发生在多个环节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CDF1E-187C-49C6-A2DC-0568DAE9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9E3C4-EB45-4BFD-9707-8B8D8DF3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409D3-102D-4343-B604-BA815A24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53136-1D80-4E79-B615-D7079E73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57DD9-7CEB-4E20-9F3F-D0825429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478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不用 AI 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6D4DC-7342-4FF1-929D-3582CBBC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使用 AI 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FF306-0739-45D3-ABD9-316D3F29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69568-9031-46DE-944A-5BECEB72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用例设计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57A4B-B8A8-4646-AE9F-E8977BF0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24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人工逐条拆，容易遗漏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1308F-F9F0-458D-92F2-F5372AAB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辅助拆步骤、预期和断言点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59521-F9E0-43CA-ABAD-654205D0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EFE74-9B77-411C-8A1E-4AEE50B6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代码编写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65750-0646-4C2E-8E5B-EE44A538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289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从零封装成本高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892FF-648D-4CCD-A91D-79E8F59F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生成骨架后人工校验并落地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04991-01BF-4846-9CE9-26E49177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DDC8A-4EAB-4D5F-9D76-5546C7F0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失败排查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6A7F1-914C-45C0-8B3F-E8188D3C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338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人工翻日志定位慢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ABF23-CC11-44D4-A507-4DEB01B2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辅助归因到等待、定位或状态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201B0-7A09-4943-8934-A3C7BB20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B9462-7DD4-45AA-8A7E-B82E292A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测试报告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60437-E6D7-4FEC-82FA-135D970B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386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手工截图和描述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E405E-87B4-4D8C-B4E9-E2331C46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自动生成步骤、截图和圈选证据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8A433-5655-4753-9059-8CC7D469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DA6EC-051E-4301-8582-A6B9B5A8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团队复用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B439A-D764-4116-921E-186FD282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43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依赖个人经验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A2ABE-937B-46AF-A2BF-5CBBFC8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43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框架、公共方法、文档可延续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4AC8C5-77EC-47C9-A9AB-F29F70BE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5425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FCC1B-CCCE-4DF2-8801-5E8DA57E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质量价值体现在更早、更稳定、更可追溯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10D31-91F0-4775-ACB2-7BD523A8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2244-A592-49E3-9F5A-31B530D8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1EDA7-F957-4F8E-A2B3-03CD28EA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3718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04367-FB8F-40D4-8644-E7835081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更早发现风险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9A7DF-9322-477C-8D32-191F8BD8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版本回归时批量验证核心链路，提前暴露页面加载、跳转、数据刷新和状态同步问题。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B622C-B710-4A2F-93E0-FCF332EC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00250"/>
            <a:ext cx="33718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7F26D-8729-42A2-B72F-CC646856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43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长链路可重复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9A295-7FA9-4508-BCE8-246619E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480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路线、行程、收藏、附近等长流程可以沉淀成固定用例，减少人工漏测。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60963-F3E7-49AE-9BA5-83407911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33718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99EEF-D7D9-486E-90F2-656D7387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失败现场可追溯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8D47A-6710-4A5B-AF38-E6488D83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Allure 报告保留中文步骤、截图和圈选区域，便于开发、产品和测试共同定位。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1ADAD-6031-439D-B4E6-B1B4E9C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项目过程中已辅助暴露真实业务问题，例如点赞状态同步异常。</a:t>
            </a:r>
          </a:p>
        </p:txBody>
      </p:sp>
    </p:spTree>
    <p:extLst>
      <p:ext uri="{BB962C8B-B14F-4D97-AF65-F5344CB8AC3E}">
        <p14:creationId xmlns:p14="http://schemas.microsoft.com/office/powerpoint/2010/main" val="1462563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1DBEF-384E-4778-907F-CC62FA94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没有替代测试判断，而是放大执行能力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629E1-DB1C-4342-8028-F76B6B99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47C84-5567-4D8F-86A1-C82C96A5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CD7E1-EB83-47DE-9597-01C9CBE5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086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7BDCA-C01B-4B85-8C9D-583F17EE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负责提速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CBA5A-6EFF-4E6C-B7E7-99621E01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快速拆解场景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生成代码骨架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分析失败日志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提示重复和不稳定实现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78951-F0D8-419D-B30A-F8B425EE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5086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84E1F-A110-4F03-8E43-5D6EE94A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测试人员负责正确性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B5D62-93BB-4A72-9A6C-80644420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判断业务是否符合预期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选择关键断言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确认定位是否稳定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识别环境问题和真实缺陷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841F0-EA2B-48AC-AB2E-75028454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真正的提升：把业务经验转化成稳定、可复用、可持续维护的自动化资产。</a:t>
            </a:r>
          </a:p>
        </p:txBody>
      </p:sp>
    </p:spTree>
    <p:extLst>
      <p:ext uri="{BB962C8B-B14F-4D97-AF65-F5344CB8AC3E}">
        <p14:creationId xmlns:p14="http://schemas.microsoft.com/office/powerpoint/2010/main" val="7827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A58E3-0751-4DE3-BBA0-AE8F67A4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项目价值不止于个人效率，还能沉淀为团队能力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1BB8F-24B0-4BC9-A605-D5E2D733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6D4F4-C86E-4870-87B5-224D6511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678C8-D771-40CA-8C83-6AD16581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影响范围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1A0D1-04A0-4EA6-88BD-6E72D516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覆盖出境服务核心模块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支持版本回归前批量验证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报告可给开发、产品同步查看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CC2E1-2AD5-43F1-AE00-0F0F57C1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复用方式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A7C46-EE16-438D-A499-D0FD67B6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新增用例复用页面对象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公共等待、截图、圈选统一封装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• 运行文档降低其他同学上手成本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B7883-BEA3-4D51-9045-D79B4603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4E489-E964-4366-8919-293B3D5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后续如果接入定时执行，就可以从“临时跑用例”升级为“版本固定质量门禁”。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15B75-12B0-492C-A4E7-6844FD1F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这也是 AI 落地最大的价值：个人能力提升后，继续沉淀成团队可复制流程。</a:t>
            </a:r>
          </a:p>
        </p:txBody>
      </p:sp>
    </p:spTree>
    <p:extLst>
      <p:ext uri="{BB962C8B-B14F-4D97-AF65-F5344CB8AC3E}">
        <p14:creationId xmlns:p14="http://schemas.microsoft.com/office/powerpoint/2010/main" val="3605387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0BE87-D2DC-4E90-8F2C-EFFE4575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下一步重点是稳定性、常态化和团队化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7D44B-9CEF-49C3-8898-30C8C11D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9C921-E81C-4727-87AF-DD76C284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DDEEF-9F1F-4FB4-8F0B-0CDA3F9F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5334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23D51-7FDA-46BA-903B-E7D733EA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206A6-99E3-47D1-84D8-1F930211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621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稳定性治理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C1408-9F69-4A0E-9A98-1F3D581A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0985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继续降低设备差异、页面状态污染、等待不足和不稳定定位带来的失败率。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472C1-7456-4029-9503-1C61A991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5334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B544B-3129-490A-B372-3AC69B87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90DA7-2F6B-49AE-A83A-C6B9A50A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621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失败原因分类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BA684-AF94-49E9-81E7-0DC8EB23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统计业务缺陷、环境问题、定位问题、数据问题，形成可复盘的质量看板。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CA8A6-149A-4102-BC1E-2AE3733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5334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3E7D7-7441-4EF8-B39E-C7426DCE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3DE11-4EB0-46BB-958D-5299E5BD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528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CI 定时执行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81F06-FF8C-4C86-9279-6030D95A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将自动化回归接入固定执行节奏，减少版本末期集中回归压力。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0D4DE-9FC2-479B-B5E2-693C9BF9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5334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8434B-428F-494C-9E35-302A2131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AE2D8-6FDF-43EA-9248-7573AA9A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团队规范沉淀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ED154-4765-4F5C-88A0-49D29915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0055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把 AI 辅助用例设计、日志分析、自动化开发方法沉淀给更多测试同学。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79F9F-9E15-4726-B4C5-28CC0B94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收束：AI 的价值不是“尝鲜”，而是让测试工作形成更高效率、更高质量、更可复用的工程化资产。</a:t>
            </a:r>
          </a:p>
        </p:txBody>
      </p:sp>
    </p:spTree>
    <p:extLst>
      <p:ext uri="{BB962C8B-B14F-4D97-AF65-F5344CB8AC3E}">
        <p14:creationId xmlns:p14="http://schemas.microsoft.com/office/powerpoint/2010/main" val="1134623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2026-07-28T06:15:49.0650000Z</dcterms:created>
  <dcterms:modified xsi:type="dcterms:W3CDTF">2026-07-28T06:15:49.0650000Z</dcterms:modified>
</coreProperties>
</file>